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honest position up front: the experimental system is built and runs on a free GPU; what we lack is training budget, not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what exists and runs. Then immediately bound the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re-litigate the survey; restate the question and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one encoder, one runner, config-selected variants: that is what makes the comparison fair.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why A vs B cannot answer the question: because they differ in four places. D–G are the controlled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proposal's Objective 1, measured. It supports the premise that masked text has many valid answers, and that span masking selects systematically harder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about the HPC request: we have not needed it yet, and we can quantify what a full run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direct: at 50 updates the trained encoders score below an untrained encoder. That is why the next slide exists, and it is why we are asking for a larger budget rather than more variants.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 per seed, not an average, and note that the runs are token-matched but the predictor and teacher overhead differ, so compute is not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collapse at this budget. Note that healthy geometry is necessary but not sufficient: the probe is the transfer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trained students still sit near or below the random reference, say so plainly and explain that the probe task is easy with few labels, so it cannot separate variants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loss-level observations only. With one seed and no probe yet they are hypotheses, not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honest summary. It is also a good position: the machinery is done and the next step is compute.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Volunteering limitations earns credibility and pre-empts the obvious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a concrete order: budget first, then seeds, then ablations with probe, then optional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infrastructure claim: anyone can rerun this on a free T4.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100000"/>
          </a:xfrm>
          <a:prstGeom prst="rect">
            <a:avLst/>
          </a:prstGeom>
          <a:solidFill>
            <a:srgbClr val="12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620000"/>
            <a:ext cx="109728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 Lightweight Self-Supervised Framework for Text</a:t>
            </a:r>
            <a:br/>
            <a:r>
              <a:t>Representation Learning Using Masked Latent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300000"/>
            <a:ext cx="10972800" cy="1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7A8C"/>
                </a:solidFill>
              </a:defRPr>
            </a:pPr>
            <a:r>
              <a:t>Mid-Project Review  ·  29 October 2026</a:t>
            </a:r>
          </a:p>
          <a:p>
            <a:pPr>
              <a:defRPr sz="1300">
                <a:solidFill>
                  <a:srgbClr val="555F6B"/>
                </a:solidFill>
              </a:defRPr>
            </a:pPr>
            <a:r>
              <a:t>R Daksha Subramanya · Sudeep S S Suvarna · Akash U S  (batch PB93)</a:t>
            </a:r>
          </a:p>
          <a:p>
            <a:pPr>
              <a:defRPr sz="1300">
                <a:solidFill>
                  <a:srgbClr val="555F6B"/>
                </a:solidFill>
              </a:defRPr>
            </a:pPr>
            <a:r>
              <a:t>Guide: Dr. Prabadevi B, Assoc. Professor, Dept. of CSE, MSRUAS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Where we are at mid-project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000"/>
            <a:ext cx="109728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7A8C"/>
                </a:solidFill>
              </a:defRPr>
            </a:pPr>
            <a:r>
              <a:t>Pre-project: plan and literature. Now: a running system with measured pilots.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09728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Built: shared 4-layer encoder, MLM control, two masked-latent recipes, EMA teacher, resumable checkpoints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Built: data pipeline, masking policies, representation geometry, frozen linear probe, ambiguity analysis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Validated: 55 automated tests, lint clean, checkpoint resume with exact state parity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Run: pilots on a free Kaggle T4 (no local GPU, no paid compute)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Not yet: the full training budget. Every result so far is a bounded pilot, and we say 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Research question (unchanged)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000"/>
            <a:ext cx="109728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7A8C"/>
                </a:solidFill>
              </a:defRPr>
            </a:pPr>
            <a:r>
              <a:t>One shared small encoder, one change at a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09728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Prior work motivates testing when masked latent prediction learns useful text features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Recipes differ in target, masking, predictor and loss; A vs B cannot isolate their effects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Question: how do these four choices affect collapse and transfer under a fixed small-encoder budget?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Hypothesis: normalised multi-layer targets matter most; training loss alone will not predict transfer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Method: what is actually implemented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00000"/>
            <a:ext cx="109728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Student: random-init 4-layer encoder, width 256, 4 heads, length 128, learned positions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Teacher: frozen EMA copy, sees uncorrupted text, no gradients, targets detached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Targets: final layer (recipe A) or mean of normalised top-2 layers (recipe B)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Predictors: 2-layer attention predictor (A) or linear projection (B)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Losses: MSE (A) or Smooth L1 (B); MLM control uses vocabulary cross-entropy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Everything selected by config file: C / A / B and ablations D–G share one runner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000"/>
            <a:ext cx="109728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7A8C"/>
                </a:solidFill>
              </a:defRPr>
            </a:pPr>
            <a:r>
              <a:t>A vs B changes four things; D–G change exactly one 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00000"/>
          <a:ext cx="109728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0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Masking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Predictor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Loss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token identity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independent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vocab classifier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cross-entropy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final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short spans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normalised top-2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independent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linear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Smooth L1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normalised top-2 (B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short spans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E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final layer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independent (B only)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attention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MSE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final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short spans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linear (B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G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final layer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short spans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attention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Smooth L1 (B only)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Objective 1: is masked text actually ambiguous?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000"/>
            <a:ext cx="109728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7A8C"/>
                </a:solidFill>
              </a:defRPr>
            </a:pPr>
            <a:r>
              <a:t>Pretrained BERT used only as an estimator, never as our encoder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00000"/>
          <a:ext cx="109728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0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Measurement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Eligible positions scored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26,840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Mean predictive entropy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1.277 nats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Median predictive entropy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0.602 nats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Positions with entropy &gt; ln(5)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30.2 %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Independent-mask mean entropy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1.612 nats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Span-mask mean entropy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1.633 nats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Records where spans are more ambiguous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191 /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Compute: free GPU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000"/>
            <a:ext cx="109728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7A8C"/>
                </a:solidFill>
              </a:defRPr>
            </a:pPr>
            <a:r>
              <a:t>Colab free tier refused to allocate a backend from our location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09728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Runtime used: Kaggle free tier, Tesla T4 15 GB, PyTorch 2.11.0+cu128, CUDA verified inside the run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Local machines: CPU only for tests and analysis — no local CUDA installs, no paid compute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Scaled runs: 700,482 tokens each; recorded training times range from 35.2 to 49.4 s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Recorded scaled batch: about 7 minutes of GPU time; quota availability is not assumed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Every run records commit, config, artifact hashes, token counts and wall-clock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First pilot: the system runs, the budget does not yet teach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000"/>
            <a:ext cx="109728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7A8C"/>
                </a:solidFill>
              </a:defRPr>
            </a:pPr>
            <a:r>
              <a:t>50 updates · 22,833 tokens · 0.46 % of the proposed 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00000"/>
          <a:ext cx="10972800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0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Tokens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Final loss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Train time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22833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9.1832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2.73 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22833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1.3318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2.66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22833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0.4343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2.23 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300000"/>
          <a:ext cx="109728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0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AG News probe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Macro-F1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mlm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0.603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0.599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latent-a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latent-b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0.602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0.600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random-init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Scaled pilot: 2 seeds, ~0.7 M tokens 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000"/>
            <a:ext cx="109728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7A8C"/>
                </a:solidFill>
              </a:defRPr>
            </a:pPr>
            <a:r>
              <a:t>14% of the proposed budget; transfer remains below random-init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00000"/>
          <a:ext cx="1097280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0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Tokens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Targets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First loss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Last loss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s17-mlm (seed 17)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700,482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102,721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10.5259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7.7839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47.2 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s43-mlm (seed 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700,482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102,721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10.4439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7.9446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49.4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s17-latent_a (seed 17)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700,482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102,721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2.0140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0.5052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44.6 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s43-latent_a (seed 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700,482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102,721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2.0181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45.0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s17-latent_b (seed 17)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700,482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102,721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0.5635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0.1500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36.0 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s43-latent_b (seed 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700,482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102,721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0.5758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0.1544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35.2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Representation geometry: does anything collapse?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000"/>
            <a:ext cx="109728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7A8C"/>
                </a:solidFill>
              </a:defRPr>
            </a:pPr>
            <a:r>
              <a:t>Held-out sentence geometry; healthy is a diagnostic label, not proof of transfer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00000"/>
          <a:ext cx="1097280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0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Effective rank (singular)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Effective rank (covariance)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s17-latent_a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76.4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3.62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healthy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s17-latent_b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67.6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2.87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healthy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s17-mlm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10.2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1.09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healthy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s43-latent_a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80.8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5.15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healthy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s43-latent_b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72.6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3.57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healthy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s43-mlm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healthy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Frozen linear probe: has transfer improved?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000"/>
            <a:ext cx="109728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7A8C"/>
                </a:solidFill>
              </a:defRPr>
            </a:pPr>
            <a:r>
              <a:t>AG News · 4,000 train / 1,000 held-out; all trained encoders trail random-init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00000"/>
          <a:ext cx="109728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0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Macro-F1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s17-mlm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0.575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0.570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s17-latent_a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s17-latent_b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0.593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0.590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s43-mlm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s43-latent_a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0.588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0.582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s43-latent_b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random-init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0.632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0.628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majority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Component ablations D–G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000"/>
            <a:ext cx="109728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7A8C"/>
                </a:solidFill>
              </a:defRPr>
            </a:pPr>
            <a:r>
              <a:t>One change from A, seed 17 only; losses alone do not establish a better recipe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00000"/>
          <a:ext cx="109728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0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Tokens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Final loss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s17-ablation_d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700,482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0.3584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44.9 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s17-ablation_e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700,482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45.3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s17-ablation_f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F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700,482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0.9015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35.3 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s17-ablation_g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700,482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0.2395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44.8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What this milestone actually establishes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00000"/>
            <a:ext cx="109728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The comparison is now controllable: the same encoder, data and runner serve C, A, B and D–G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Predictive entropy varies; spans show no consistent ambiguity increase across 400 records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Neither the 50-update nor the 700k-token pilots beat random-init on the AG News probe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Geometry reports no degenerate outputs; low covariance ranks still require caution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More controlled training is needed; the cause of weak transfer is not established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Limitations we will state ourselves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00000"/>
            <a:ext cx="109728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All runs are bounded pilots on WikiText-2, not the proposed WikiText-103 ~5M-token budget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Two seeds is weak replication, not a confidence interval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Losses are objective-specific and are never compared across objectives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AG News is easy enough that random features score well with 4,000 labels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No SIGReg variant yet, no token-level geometry, no SST-2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A and B change four components at once; only D–G isolate anything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Remaining work to the final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00000"/>
          <a:ext cx="1097280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0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Work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Full-budget runs (≥5M tokens) on WikiText-103 subset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Only then can design choices be compared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Second seed for the strongest ablation; full-budget A/B/C repeats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Separates effect from initialisation noise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A/B/C pilot: 2 seeds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D–G with geometry and probes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Turns loss observations into evidence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SIGReg variant H (optional)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Tests the proposed anti-collapse remedy on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Stretch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Token-level geometry and SST-2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Second transfer check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Stretch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Freeze protocol, write report and reproduce on a clean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Reproducibility claim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SDG alignment and close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00000"/>
            <a:ext cx="109728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SDG 9, Target 9.5 — open, reproducible research on modest academic compute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SDG 4, Target 4.4 — practical ML experimentation and reproducibility skills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Both are indirect: this is a small academic study, not a national programme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Public repository, result JSONs and runbook support reproduction on a free GPU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